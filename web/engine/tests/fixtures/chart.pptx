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Number of cases per grade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chart briefly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 by grade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