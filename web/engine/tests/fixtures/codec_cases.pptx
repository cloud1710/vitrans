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800" dirty="0"/>
              <a:t>In </a:t>
            </a:r>
            <a:r>
              <a:rPr lang="en-US" sz="1800" b="1" dirty="0"/>
              <a:t>NF2-altered</a:t>
            </a:r>
            <a:r>
              <a:rPr lang="en-US" sz="1800" dirty="0"/>
              <a:t> meningiomas, </a:t>
            </a:r>
            <a:r>
              <a:rPr lang="en-US" sz="2000"/>
              <a:t>chromosome</a:t>
            </a:r>
            <a:br>
              <a:rPr lang="en-US"/>
            </a:br>
            <a:r>
              <a:rPr lang="en-US" sz="1800" i="1"/>
              <a:t>1p loss</a:t>
            </a:r>
            <a:fld id="{B6F15528-21DE-4FAA-801E-634DDDAF4B2B}" type="slidenum">
              <a:rPr lang="en-US"/>
              <a:t>3</a:t>
            </a:fld>
            <a:endParaRPr lang="en-US" sz="1800"/>
          </a:p>
          <a:p>
            <a:r>
              <a:rPr lang="en-US"/>
              <a:t>Smith A. et al. </a:t>
            </a:r>
            <a:r>
              <a:rPr lang="en-US" i="1"/>
              <a:t>J Clin</a:t>
            </a:r>
            <a:r>
              <a:rPr lang="en-US" i="1" err="1"/>
              <a:t> </a:t>
            </a:r>
            <a:r>
              <a:rPr lang="en-US" i="1"/>
              <a:t>Pathol</a:t>
            </a:r>
          </a:p>
          <a:p>
            <a:r>
              <a:rPr lang="en-US">
                <a:latin typeface="Symbol" pitchFamily="18" charset="2"/>
              </a:rPr>
              <a:t></a:t>
            </a:r>
            <a:r>
              <a:rPr lang="en-US">
                <a:latin typeface="Arial"/>
              </a:rPr>
              <a:t>-synuclein immunoreactivity</a:t>
            </a:r>
          </a:p>
          <a:p>
            <a:r>
              <a:rPr lang="en-US">
                <a:sym typeface="Wingdings"/>
              </a:rPr>
              <a:t> </a:t>
            </a:r>
            <a:r>
              <a:rPr lang="en-US">
                <a:sym typeface="Wingdings"/>
              </a:rPr>
              <a:t>Lateral neck LNs</a:t>
            </a:r>
            <a:r>
              <a:rPr lang="en-US"/>
              <a:t> (14.6%)</a:t>
            </a:r>
          </a:p>
          <a:p>
            <a:r>
              <a:rPr lang="en-US"/>
              <a:t>Hello</a:t>
            </a:r>
            <a:r>
              <a:rPr lang="en-US" u="sng"/>
              <a:t> </a:t>
            </a:r>
            <a:r>
              <a:rPr lang="en-US"/>
              <a:t>world</a:t>
            </a:r>
          </a:p>
          <a:p>
            <a:r>
              <a:rPr lang="en-US"/>
              <a:t>Results of the study: </a:t>
            </a:r>
            <a:r>
              <a:rPr lang="en-US" u="sng"/>
              <a:t>a</a:t>
            </a:r>
            <a:r>
              <a:rPr lang="en-US" b="1"/>
              <a:t> </a:t>
            </a:r>
            <a:r>
              <a:rPr lang="en-US" u="sng"/>
              <a:t>b</a:t>
            </a:r>
          </a:p>
          <a:p>
            <a:r>
              <a:rPr lang="en-US" sz="1800">
                <a:latin typeface="Arial"/>
              </a:rPr>
              <a:t>Tumour </a:t>
            </a:r>
            <a:r>
              <a:rPr lang="en-US" sz="2400">
                <a:latin typeface="Calibri"/>
              </a:rPr>
              <a:t>cells</a:t>
            </a:r>
          </a:p>
          <a:p>
            <a:r>
              <a:rPr lang="en-US"/>
              <a:t>Spindle cell </a:t>
            </a:r>
            <a:r>
              <a:rPr lang="en-US" spc="-10"/>
              <a:t>lesion</a:t>
            </a:r>
            <a:r>
              <a:rPr lang="en-US"/>
              <a:t> with </a:t>
            </a:r>
            <a:r>
              <a:rPr lang="en-US" spc="-20"/>
              <a:t>myxoid</a:t>
            </a:r>
            <a:r>
              <a:rPr lang="en-US"/>
              <a:t> stroma </a:t>
            </a:r>
            <a:r>
              <a:rPr lang="en-US" spc="-35"/>
              <a:t>(SCL-</a:t>
            </a:r>
            <a:r>
              <a:rPr lang="en-US" spc="-20"/>
              <a:t>MS)</a:t>
            </a:r>
          </a:p>
          <a:p>
            <a:r>
              <a:rPr lang="en-US" spc="-10"/>
              <a:t>Loss of </a:t>
            </a:r>
            <a:r>
              <a:rPr lang="en-US" i="1" spc="-45"/>
              <a:t>ABC1</a:t>
            </a:r>
            <a:r>
              <a:rPr lang="en-US" spc="-45"/>
              <a:t>-mutated</a:t>
            </a:r>
            <a:r>
              <a:rPr lang="en-US"/>
              <a:t> cells</a:t>
            </a:r>
          </a:p>
          <a:p>
            <a:r>
              <a:rPr lang="en-US"/>
              <a:t>Updated </a:t>
            </a:r>
            <a:fld id="{1A2B3C4D-0000-4000-8000-000000000001}" type="datetime8">
              <a:rPr lang="en-US"/>
              <a:t>Tuesday, October 13</a:t>
            </a:fld>
          </a:p>
          <a:p>
            <a:r>
              <a:rPr lang="en-US"/>
              <a:t>Text with a math sign </a:t>
            </a:r>
            <a:r>
              <a:rPr lang="en-US" i="1"/>
              <a:t>𝛼</a:t>
            </a:r>
            <a:r>
              <a:rPr lang="en-US"/>
              <a:t> and an emoji 😀 end</a:t>
            </a:r>
          </a:p>
          <a:p>
            <a:endParaRPr lang="en-US"/>
          </a:p>
          <a:p>
            <a:r>
              <a:rPr lang="en-US" b="1"/>
              <a:t>Pretty printed</a:t>
            </a:r>
            <a:r>
              <a:rPr lang="en-US"/>
              <a:t> runs with tails</a:t>
            </a:r>
            <a:br/>
            <a:r>
              <a:rPr lang="en-US" i="1"/>
              <a:t>end</a:t>
            </a:r>
          </a:p>
          <a:p>
            <a:r>
              <a:rPr lang="en-US" b="1"/>
              <a:t>Alpha</a:t>
            </a:r>
            <a:r>
              <a:rPr lang="en-US" i="1"/>
              <a:t>Gamma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