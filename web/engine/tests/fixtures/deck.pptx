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about grading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</a:t>
            </a:r>
          </a:p>
          <a:p>
            <a:r>
              <a:t>Mention the 2021 criteria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who.int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Meningioma grading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Grade depends on mitoses</a:t>
            </a:r>
          </a:p>
          <a:p>
            <a:r>
              <a:t>In </a:t>
            </a:r>
            <a:r>
              <a:rPr b="1"/>
              <a:t>NF2-altered</a:t>
            </a:r>
            <a:r>
              <a:t> meningiomas, 1p loss matters</a:t>
            </a:r>
            <a:br/>
            <a:r>
              <a:rPr>
                <a:hlinkClick r:id="rId2"/>
              </a:rPr>
              <a:t>See the WHO site</a:t>
            </a:r>
            <a:fld id="{B6F15528-21DE-4FAA-801E-634DDDAF4B2B}" type="slidenum">
              <a:rPr lang="en-US"/>
              <a:t>1</a:t>
            </a:fld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6576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Result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BRAF VE1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Negative staining</a:t>
                      </a: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914400" y="5486400"/>
            <a:ext cx="2743200" cy="457200"/>
            <a:chOff x="914400" y="5486400"/>
            <a:chExt cx="2743200" cy="457200"/>
          </a:xfrm>
        </p:grpSpPr>
        <p:sp>
          <p:nvSpPr>
            <p:cNvPr id="6" name="TextBox 5"/>
            <p:cNvSpPr txBox="1"/>
            <p:nvPr/>
          </p:nvSpPr>
          <p:spPr>
            <a:xfrm>
              <a:off x="914400" y="5486400"/>
              <a:ext cx="27432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Atypical features are present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144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15th Pathology Conference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Louis DN et al. Neuro Oncol 2021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14400" y="5943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References:</a:t>
            </a:r>
          </a:p>
          <a:p>
            <a:r>
              <a:t>Louis DN et al. Neuro Oncol 2021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Survival by grade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Grade 3 tumours recur early</a:t>
            </a:r>
          </a:p>
          <a:p>
            <a:r>
              <a:t>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Range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Ki-67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Below 4 percent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Smith J et al. Lancet 2020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