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548640"/>
          </a:xfrm>
          <a:prstGeom prst="rect">
            <a:avLst/>
          </a:prstGeom>
          <a:noFill/>
        </p:spPr>
        <p:txBody>
          <a:bodyPr>
            <a:prstTxWarp prst="textNoShape">
              <a:avLst/>
            </a:prstTxWarp>
            <a:normAutofit fontScale="90000"/>
            <a:extLst/>
          </a:bodyPr>
          <a:lstStyle/>
          <a:p>
            <a:r>
              <a:t>Short English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3657600" cy="548640"/>
          </a:xfrm>
          <a:prstGeom prst="rect">
            <a:avLst/>
          </a:prstGeom>
          <a:noFill/>
        </p:spPr>
        <p:txBody>
          <a:bodyPr>
            <a:normAutofit fontScale="62.5%"/>
          </a:bodyPr>
          <a:lstStyle/>
          <a:p>
            <a:r>
              <a:t>Scaled text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3657600" cy="548640"/>
          </a:xfrm>
          <a:prstGeom prst="rect">
            <a:avLst/>
          </a:prstGeom>
          <a:noFill/>
        </p:spPr>
        <p:txBody>
          <a:bodyPr>
            <a:normAutofit fontScale="90000" lnSpcReduction="20000"/>
          </a:bodyPr>
          <a:lstStyle/>
          <a:p>
            <a:r>
              <a:t>Spacing kept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36576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t>Plain box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3657600" cy="548640"/>
          </a:xfrm>
          <a:prstGeom prst="rect">
            <a:avLst/>
          </a:prstGeom>
          <a:noFill/>
        </p:spPr>
        <p:txBody>
          <a:bodyPr/>
          <a:lstStyle/>
          <a:p>
            <a:r>
              <a:t>Grows a 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3657600" cy="548640"/>
          </a:xfrm>
          <a:prstGeom prst="rect">
            <a:avLst/>
          </a:prstGeom>
          <a:noFill/>
        </p:spPr>
        <p:txBody>
          <a:bodyPr wrap="square">
            <a:prstTxWarp prst="textNoShape">
              <a:avLst/>
            </a:prstTxWarp>
            <a:normAutofit fontScale="85000"/>
            <a:scene3d>
              <a:camera prst="orthographicFront"/>
              <a:lightRig rig="threePt" dir="t"/>
            </a:scene3d>
          </a:bodyPr>
          <a:lstStyle/>
          <a:p>
            <a:r>
              <a:t>Warped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57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line of a box</a:t>
            </a:r>
          </a:p>
          <a:p>
            <a:r>
              <a:t>Second line of the same box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0" y="27432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Result of the stain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Ki-67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0" y="45720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Pneumonoultramicroscopicsilicovolcanoconiosis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