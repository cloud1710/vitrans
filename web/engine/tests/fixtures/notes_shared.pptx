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on the third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99" Type="http://example.invalid/vitranslate-test/related-notes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